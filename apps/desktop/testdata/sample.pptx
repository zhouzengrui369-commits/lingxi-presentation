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2026 季度汇报 · 灵犀演示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灵犀演示 · Phase 1 · 季度汇报场景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业绩摘要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2026 季度业绩总结：本季度营收达成率 108%，同比增长 23%。</a:t>
            </a:r>
          </a:p>
          <a:p>
            <a:r>
              <a:t>新增企业客户 14 家，流失 3 家，净增 11 家，续约率 92%。</a:t>
            </a:r>
          </a:p>
          <a:p>
            <a:r>
              <a:t>AI 产品线贡献占比从 28% 提升至 41%，成为第一大营收支柱。</a:t>
            </a:r>
          </a:p>
          <a:p>
            <a:r>
              <a:t>海外市场初步开拓，东南亚 3 个 POC 客户进入商务谈判阶段。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产品线进展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产品线贡献占比从 28% 提升至 41%，成为第一大营收支柱。</a:t>
            </a:r>
          </a:p>
          <a:p>
            <a:r>
              <a:t>5 模块独立 demo 全跑通（文件 / 顾问 / 模板 / 预览 / 输出）</a:t>
            </a:r>
          </a:p>
          <a:p>
            <a:r>
              <a:t>AI 顾问交互准确率 ≥ 90%</a:t>
            </a:r>
          </a:p>
          <a:p>
            <a:r>
              <a:t>100M 文件导入成功率 ≥ 99%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海外市场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海外市场初步开拓，东南亚 3 个 POC 客户进入商务谈判阶段。</a:t>
            </a:r>
          </a:p>
          <a:p>
            <a:r>
              <a:t>新加坡 POC 1（航空维修 SaaS）</a:t>
            </a:r>
          </a:p>
          <a:p>
            <a:r>
              <a:t>印尼 POC 1（航运代理）</a:t>
            </a:r>
          </a:p>
          <a:p>
            <a:r>
              <a:t>马来西亚 POC 1（制造业 ERP）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 计划：聚焦 AI 商业化闭环，推出付费版 + 行业模板，目标 ARR 800 万。</a:t>
            </a:r>
          </a:p>
          <a:p>
            <a:r>
              <a:t>付费版上线（ARR 200 万）</a:t>
            </a:r>
          </a:p>
          <a:p>
            <a:r>
              <a:t>行业模板 5 套（航材 / 航运 / 制造）</a:t>
            </a:r>
          </a:p>
          <a:p>
            <a:r>
              <a:t>海外 POC 转化 2 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