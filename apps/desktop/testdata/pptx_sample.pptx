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灵犀演示 · 季度汇报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驱动的办公内容生成桌面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营收概况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营收达成率 108%，同比增长 23%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产品里程碑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顾问引导 · HTML 预览 · 多格式输出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海外市场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东南亚 3 个 POC 客户进入商务谈判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Wiki 大文件 + RN 桌面端 + PPTX 保真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谢谢</a:t>
            </a:r>
          </a:p>
          <a:p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