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E40AF"/>
                </a:solidFill>
                <a:latin typeface="Source Han Sans CN"/>
              </a:rPr>
              <a:t>基于大语言模型的
代码生成综述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475569"/>
                </a:solidFill>
                <a:latin typeface="Source Han Sans CN"/>
              </a:rPr>
              <a:t>论文答辩 · 2026 春季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943600"/>
            <a:ext cx="110642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40AF"/>
                </a:solidFill>
                <a:latin typeface="Source Han Sans CN"/>
              </a:rPr>
              <a:t>01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4155"/>
                </a:solidFill>
                <a:latin typeface="Source Han Sans CN"/>
              </a:rPr>
              <a:t>LLM 在代码生成领域取得显著进展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Source Han Sans CN"/>
              </a:rP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Source Han Sans CN"/>
              </a:rPr>
              <a:t>• 现有方法在长上下文生成上的局限？</a:t>
            </a:r>
          </a:p>
          <a:p>
            <a:r>
              <a:rPr sz="2000">
                <a:solidFill>
                  <a:srgbClr val="334155"/>
                </a:solidFill>
                <a:latin typeface="Source Han Sans CN"/>
              </a:rPr>
              <a:t>• 不同模型在多语言场景的差异？</a:t>
            </a:r>
          </a:p>
          <a:p>
            <a:r>
              <a:rPr sz="2000">
                <a:solidFill>
                  <a:srgbClr val="334155"/>
                </a:solidFill>
                <a:latin typeface="Source Han Sans CN"/>
              </a:rPr>
              <a:t>• 代码质量评估指标的局限性？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Source Han Sans CN"/>
              </a:rPr>
              <a:t>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Source Han Sans CN"/>
              </a:rPr>
              <a:t>我们综述了 2018-2026 年间 87 篇相关论文，覆盖 5 大研究主题。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Source Han Sans CN"/>
              </a:rPr>
              <a:t>方法对比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4155"/>
                </a:solidFill>
                <a:latin typeface="Source Han Sans CN"/>
              </a:rPr>
              <a:t>基于 Prompt 的方法</a:t>
            </a:r>
          </a:p>
          <a:p>
            <a:r>
              <a:rPr sz="2200">
                <a:solidFill>
                  <a:srgbClr val="334155"/>
                </a:solidFill>
                <a:latin typeface="Source Han Sans CN"/>
              </a:rPr>
              <a:t>直观但难优化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4155"/>
                </a:solidFill>
                <a:latin typeface="Source Han Sans CN"/>
              </a:rPr>
              <a:t>基于微调的方法</a:t>
            </a:r>
          </a:p>
          <a:p>
            <a:r>
              <a:rPr sz="2200">
                <a:solidFill>
                  <a:srgbClr val="334155"/>
                </a:solidFill>
                <a:latin typeface="Source Han Sans CN"/>
              </a:rPr>
              <a:t>效果好但成本高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40AF"/>
                </a:solidFill>
                <a:latin typeface="Source Han Sans CN"/>
              </a:rPr>
              <a:t>02 我们的方法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Source Han Sans CN"/>
              </a:rP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Source Han Sans CN"/>
              </a:rPr>
              <a:t>• 数据集: HumanEval + MBPP + 自建</a:t>
            </a:r>
          </a:p>
          <a:p>
            <a:r>
              <a:rPr sz="2000">
                <a:solidFill>
                  <a:srgbClr val="334155"/>
                </a:solidFill>
                <a:latin typeface="Source Han Sans CN"/>
              </a:rPr>
              <a:t>• 基线: Codex / CodeLlama / GPT-4</a:t>
            </a:r>
          </a:p>
          <a:p>
            <a:r>
              <a:rPr sz="2000">
                <a:solidFill>
                  <a:srgbClr val="334155"/>
                </a:solidFill>
                <a:latin typeface="Source Han Sans CN"/>
              </a:rPr>
              <a:t>• 评估: pass@k / BLEU / CodeBLEU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Source Han Sans CN"/>
              </a:rP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Source Han Sans CN"/>
              </a:rPr>
              <a:t>我们的方法在 HumanEval 上 pass@1 达到 78.5%，比基线最优高 4.2%。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E40AF"/>
                </a:solidFill>
                <a:latin typeface="Source Han Sans CN"/>
              </a:rPr>
              <a:t>"在长上下文场景下，检索增强能将准确率提升 12%。"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40AF"/>
                </a:solidFill>
                <a:latin typeface="Source Han Sans CN"/>
              </a:rP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334155"/>
                </a:solidFill>
                <a:latin typeface="Source Han Sans CN"/>
              </a:rPr>
              <a:t>• 提出检索增强生成框架</a:t>
            </a:r>
          </a:p>
          <a:p>
            <a:r>
              <a:rPr sz="2400">
                <a:solidFill>
                  <a:srgbClr val="334155"/>
                </a:solidFill>
                <a:latin typeface="Source Han Sans CN"/>
              </a:rPr>
              <a:t>• 在 5 个数据集上验证</a:t>
            </a:r>
          </a:p>
          <a:p>
            <a:r>
              <a:rPr sz="2400">
                <a:solidFill>
                  <a:srgbClr val="334155"/>
                </a:solidFill>
                <a:latin typeface="Source Han Sans CN"/>
              </a:rPr>
              <a:t>• 未来: 多模态代码理解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943600"/>
            <a:ext cx="110642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