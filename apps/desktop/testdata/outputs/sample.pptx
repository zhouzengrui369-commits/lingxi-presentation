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457200" y="1645920"/><a:ext cx="11274552" cy="1463040"/></a:xfrm><a:prstGeom prst="rect"><a:avLst></a:avLst></a:prstGeom><a:noFill/><a:ln></a:ln></p:spPr><p:txBody><a:bodyPr wrap="square" rtlCol="0" anchor="ctr"></a:bodyPr><a:lstStyle/><a:p><a:pPr algn="ctr" indent="0" marL="0"><a:buNone/></a:pPr><a:r><a:rPr lang="en-US" sz="40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2026 Q3 季度汇报 · 灵犀演示</a:t></a:r><a:endParaRPr lang="en-US" sz="4000" dirty="0"/></a:p></p:txBody></p:sp></p:spTree></p:cSld><p:clrMapOvr><a:masterClrMapping/></p:clrMapOvr>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1. 执行摘要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本季度营收 1.2 亿，同比 +45%。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新签客户 18 家，覆盖制造、零售、金融三大行业。</a:t></a:r><a:endParaRPr lang="en-US" sz="1600" dirty="0"/></a:p></p:txBody></p:sp></p:spTree></p:cSld><p:clrMapOvr><a:masterClrMapping/></p:clrMapOvr></p:sld>
</file>

<file path=ppt/slides/slide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3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2. 关键指标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ARR：4.8 亿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NDR 130%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毛利率 78%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客户数 220+</a:t></a:r><a:endParaRPr lang="en-US" sz="1600" dirty="0"/></a:p></p:txBody></p:sp></p:spTree></p:cSld><p:clrMapOvr><a:masterClrMapping/></p:clrMapOvr>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3. 产品迭代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T-1.1 file-kb / T-1.2 advisor / T-1.3 template / T-1.4 preview 已全部合并 main。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T-1.5 多格式输出为 Phase 1 收官。</a:t></a:r><a:endParaRPr lang="en-US" sz="1600" dirty="0"/></a:p></p:txBody></p:sp></p:spTree></p:cSld><p:clrMapOvr><a:masterClrMapping/></p:clrMapOvr></p:sld>
</file>

<file path=ppt/slides/slide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5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4. 风险与挑战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主要风险：双平台打包资源占用、CLI 在 Windows 上路径/编码。</a:t></a:r><a:endParaRPr lang="en-US" sz="1600" dirty="0"/></a:p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缓解：HTTP daemon 隔离 CLI 进程；Phase 3 优先跑 Win 端到端。</a:t></a:r><a:endParaRPr lang="en-US" sz="1600" dirty="0"/></a:p></p:txBody></p:sp></p:spTree></p:cSld><p:clrMapOvr><a:masterClrMapping/></p:clrMapOvr></p:sld>
</file>

<file path=ppt/slides/slide6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6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88952" cy="164592"/></a:xfrm><a:prstGeom prst="rect"><a:avLst></a:avLst></a:prstGeom><a:solidFill><a:srgbClr val="2563EB"/></a:solidFill><a:ln></a:ln></p:spPr></p:sp><p:sp><p:nvSpPr><p:cNvPr id="3" name="Text 1"></p:cNvPr><p:cNvSpPr/><p:nvPr></p:nvPr></p:nvSpPr><p:spPr><a:xfrm><a:off x="457200" y="411480"/><a:ext cx="11274552" cy="822960"/></a:xfrm><a:prstGeom prst="rect"><a:avLst></a:avLst></a:prstGeom><a:noFill/><a:ln></a:ln></p:spPr><p:txBody><a:bodyPr wrap="square" rtlCol="0" anchor="ctr"></a:bodyPr><a:lstStyle/><a:p><a:pPr indent="0" marL="0"><a:buNone/></a:pPr><a:r><a:rPr lang="en-US" sz="2800" b="1" dirty="0"><a:solidFill><a:srgbClr val="2563EB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5. 下季度规划</a:t></a:r><a:endParaRPr lang="en-US" sz="2800" dirty="0"/></a:p></p:txBody></p:sp><p:sp><p:nvSpPr><p:cNvPr id="4" name="Text 2"></p:cNvPr><p:cNvSpPr/><p:nvPr></p:nvPr></p:nvSpPr><p:spPr><a:xfrm><a:off x="457200" y="1371600"/><a:ext cx="11274552" cy="4114800"/></a:xfrm><a:prstGeom prst="rect"><a:avLst></a:avLst></a:prstGeom><a:noFill/><a:ln></a:ln></p:spPr><p:txBody><a:bodyPr wrap="square" rtlCol="0" anchor="t"></a:bodyPr><a:lstStyle/><a:p><a:pPr indent="0" marL="0"><a:spcAft><a:spcPts val="600"/></a:spcAft><a:buNone/></a:pPr><a:r><a:rPr lang="en-US" sz="1600" dirty="0"><a:solidFill><a:srgbClr val="0F172A"/></a:solidFill><a:latin typeface=""PingFang SC", "Microsoft YaHei", "Segoe UI", sans-serif" pitchFamily="34" charset="0"/><a:ea typeface=""PingFang SC", "Microsoft YaHei", "Segoe UI", sans-serif" pitchFamily="34" charset="-122"/><a:cs typeface=""PingFang SC", "Microsoft YaHei", "Segoe UI", sans-serif" pitchFamily="34" charset="-120"/></a:rPr><a:t>Phase 2 端到端集成；Phase 3 macOS + Win 双平台；Phase 4 北极星 10 次 demo 零失败。</a:t></a:r><a:endParaRPr lang="en-US" sz="16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Q3 季度汇报 · 灵犀演示</dc:title>
  <dc:subject>PptxGenJS Presentation</dc:subject>
  <dc:creator>灵犀演示</dc:creator>
  <cp:lastModifiedBy>灵犀演示</cp:lastModifiedBy>
  <cp:revision>1</cp:revision>
  <dcterms:created xsi:type="dcterms:W3CDTF">2026-07-09T10:00:38Z</dcterms:created>
  <dcterms:modified xsi:type="dcterms:W3CDTF">2026-07-09T10:00:38Z</dcterms:modified>
</cp:coreProperties>
</file>