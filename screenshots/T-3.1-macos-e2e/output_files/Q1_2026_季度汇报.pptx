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457200" y="1645920"/><a:ext cx="11274552" cy="1463040"/></a:xfrm><a:prstGeom prst="rect"><a:avLst></a:avLst></a:prstGeom><a:noFill/><a:ln></a:ln></p:spPr><p:txBody><a:bodyPr wrap="square" rtlCol="0" anchor="ctr"></a:bodyPr><a:lstStyle/><a:p><a:pPr algn="ctr" indent="0" marL="0"><a:buNone/></a:pPr><a:r><a:rPr lang="en-US" sz="4000" b="1" dirty="0"><a:solidFill><a:srgbClr val="2563EB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灵犀演示 Q1 2026 季度汇报</a:t></a:r><a:endParaRPr lang="en-US" sz="4000" dirty="0"/></a:p></p:txBody></p:sp></p:spTree></p:cSld><p:clrMapOvr><a:masterClrMapping/></p:clrMapOvr></p:sld>
</file>

<file path=ppt/slides/slide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88952" cy="164592"/></a:xfrm><a:prstGeom prst="rect"><a:avLst></a:avLst></a:prstGeom><a:solidFill><a:srgbClr val="2563EB"/></a:solidFill><a:ln></a:ln></p:spPr></p:sp><p:sp><p:nvSpPr><p:cNvPr id="3" name="Text 1"></p:cNvPr><p:cNvSpPr/><p:nvPr></p:nvPr></p:nvSpPr><p:spPr><a:xfrm><a:off x="457200" y="411480"/><a:ext cx="11274552" cy="822960"/></a:xfrm><a:prstGeom prst="rect"><a:avLst></a:avLst></a:prstGeom><a:noFill/><a:ln></a:ln></p:spPr><p:txBody><a:bodyPr wrap="square" rtlCol="0" anchor="ctr"></a:bodyPr><a:lstStyle/><a:p><a:pPr indent="0" marL="0"><a:buNone/></a:pPr><a:r><a:rPr lang="en-US" sz="2800" b="1" dirty="0"><a:solidFill><a:srgbClr val="2563EB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1. 灵犀演示 Q1 2026 季度汇报 · 业绩概览</a:t></a:r><a:endParaRPr lang="en-US" sz="2800" dirty="0"/></a:p></p:txBody></p:sp><p:sp><p:nvSpPr><p:cNvPr id="4" name="Text 2"></p:cNvPr><p:cNvSpPr/><p:nvPr></p:nvPr></p:nvSpPr><p:spPr><a:xfrm><a:off x="457200" y="1371600"/><a:ext cx="11274552" cy="4114800"/></a:xfrm><a:prstGeom prst="rect"><a:avLst></a:avLst></a:prstGeom><a:noFill/><a:ln></a:ln></p:spPr><p:txBody><a:bodyPr wrap="square" rtlCol="0" anchor="t"></a:bodyPr><a:lstStyle/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本季度营收环比增长 18%，核心 KPI 全面达标。</a:t></a:r><a:endParaRPr lang="en-US" sz="1600" dirty="0"/></a:p></p:txBody></p:sp></p:spTree></p:cSld><p:clrMapOvr><a:masterClrMapping/></p:clrMapOvr></p:sld>
</file>

<file path=ppt/slides/slide3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3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88952" cy="164592"/></a:xfrm><a:prstGeom prst="rect"><a:avLst></a:avLst></a:prstGeom><a:solidFill><a:srgbClr val="2563EB"/></a:solidFill><a:ln></a:ln></p:spPr></p:sp><p:sp><p:nvSpPr><p:cNvPr id="3" name="Text 1"></p:cNvPr><p:cNvSpPr/><p:nvPr></p:nvPr></p:nvSpPr><p:spPr><a:xfrm><a:off x="457200" y="411480"/><a:ext cx="11274552" cy="822960"/></a:xfrm><a:prstGeom prst="rect"><a:avLst></a:avLst></a:prstGeom><a:noFill/><a:ln></a:ln></p:spPr><p:txBody><a:bodyPr wrap="square" rtlCol="0" anchor="ctr"></a:bodyPr><a:lstStyle/><a:p><a:pPr indent="0" marL="0"><a:buNone/></a:pPr><a:r><a:rPr lang="en-US" sz="2800" b="1" dirty="0"><a:solidFill><a:srgbClr val="2563EB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2. 关键进展</a:t></a:r><a:endParaRPr lang="en-US" sz="2800" dirty="0"/></a:p></p:txBody></p:sp><p:sp><p:nvSpPr><p:cNvPr id="4" name="Text 2"></p:cNvPr><p:cNvSpPr/><p:nvPr></p:nvPr></p:nvSpPr><p:spPr><a:xfrm><a:off x="457200" y="1371600"/><a:ext cx="11274552" cy="4114800"/></a:xfrm><a:prstGeom prst="rect"><a:avLst></a:avLst></a:prstGeom><a:noFill/><a:ln></a:ln></p:spPr><p:txBody><a:bodyPr wrap="square" rtlCol="0" anchor="t"></a:bodyPr><a:lstStyle/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新签约 3 家标杆客户</a:t></a:r><a:endParaRPr lang="en-US" sz="1600" dirty="0"/></a:p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老客户续约率 92%</a:t></a:r><a:endParaRPr lang="en-US" sz="1600" dirty="0"/></a:p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产品交付周期缩短 30%</a:t></a:r><a:endParaRPr lang="en-US" sz="1600" dirty="0"/></a:p></p:txBody></p:sp></p:spTree></p:cSld><p:clrMapOvr><a:masterClrMapping/></p:clrMapOvr></p:sld>
</file>

<file path=ppt/slides/slide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4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88952" cy="164592"/></a:xfrm><a:prstGeom prst="rect"><a:avLst></a:avLst></a:prstGeom><a:solidFill><a:srgbClr val="2563EB"/></a:solidFill><a:ln></a:ln></p:spPr></p:sp><p:sp><p:nvSpPr><p:cNvPr id="3" name="Text 1"></p:cNvPr><p:cNvSpPr/><p:nvPr></p:nvPr></p:nvSpPr><p:spPr><a:xfrm><a:off x="457200" y="411480"/><a:ext cx="11274552" cy="822960"/></a:xfrm><a:prstGeom prst="rect"><a:avLst></a:avLst></a:prstGeom><a:noFill/><a:ln></a:ln></p:spPr><p:txBody><a:bodyPr wrap="square" rtlCol="0" anchor="ctr"></a:bodyPr><a:lstStyle/><a:p><a:pPr indent="0" marL="0"><a:buNone/></a:pPr><a:r><a:rPr lang="en-US" sz="2800" b="1" dirty="0"><a:solidFill><a:srgbClr val="2563EB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3. 下季度计划</a:t></a:r><a:endParaRPr lang="en-US" sz="2800" dirty="0"/></a:p></p:txBody></p:sp><p:sp><p:nvSpPr><p:cNvPr id="4" name="Text 2"></p:cNvPr><p:cNvSpPr/><p:nvPr></p:nvPr></p:nvSpPr><p:spPr><a:xfrm><a:off x="457200" y="1371600"/><a:ext cx="11274552" cy="4114800"/></a:xfrm><a:prstGeom prst="rect"><a:avLst></a:avLst></a:prstGeom><a:noFill/><a:ln></a:ln></p:spPr><p:txBody><a:bodyPr wrap="square" rtlCol="0" anchor="t"></a:bodyPr><a:lstStyle/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聚焦渠道拓展、产品化交付与客户成功体系建设。</a:t></a:r><a:endParaRPr lang="en-US" sz="1600" dirty="0"/></a:p></p:txBody></p:sp></p:spTree></p:cSld><p:clrMapOvr><a:masterClrMapping/></p:clrMapOvr></p:sld>
</file>

<file path=ppt/slides/slide5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5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88952" cy="164592"/></a:xfrm><a:prstGeom prst="rect"><a:avLst></a:avLst></a:prstGeom><a:solidFill><a:srgbClr val="2563EB"/></a:solidFill><a:ln></a:ln></p:spPr></p:sp><p:sp><p:nvSpPr><p:cNvPr id="3" name="Text 1"></p:cNvPr><p:cNvSpPr/><p:nvPr></p:nvPr></p:nvSpPr><p:spPr><a:xfrm><a:off x="457200" y="411480"/><a:ext cx="11274552" cy="822960"/></a:xfrm><a:prstGeom prst="rect"><a:avLst></a:avLst></a:prstGeom><a:noFill/><a:ln></a:ln></p:spPr><p:txBody><a:bodyPr wrap="square" rtlCol="0" anchor="ctr"></a:bodyPr><a:lstStyle/><a:p><a:pPr indent="0" marL="0"><a:buNone/></a:pPr><a:r><a:rPr lang="en-US" sz="2800" b="1" dirty="0"><a:solidFill><a:srgbClr val="2563EB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4. AI 生成说明</a:t></a:r><a:endParaRPr lang="en-US" sz="2800" dirty="0"/></a:p></p:txBody></p:sp><p:sp><p:nvSpPr><p:cNvPr id="4" name="Text 2"></p:cNvPr><p:cNvSpPr/><p:nvPr></p:nvPr></p:nvSpPr><p:spPr><a:xfrm><a:off x="457200" y="1371600"/><a:ext cx="11274552" cy="4114800"/></a:xfrm><a:prstGeom prst="rect"><a:avLst></a:avLst></a:prstGeom><a:noFill/><a:ln></a:ln></p:spPr><p:txBody><a:bodyPr wrap="square" rtlCol="0" anchor="t"></a:bodyPr><a:lstStyle/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daemon 返回内容：hello (mock)</a:t></a:r><a:endParaRPr lang="en-US" sz="1600" dirty="0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灵犀演示 Q1 2026 季度汇报</dc:title>
  <dc:subject>PptxGenJS Presentation</dc:subject>
  <dc:creator>灵犀演示</dc:creator>
  <cp:lastModifiedBy>灵犀演示</cp:lastModifiedBy>
  <cp:revision>1</cp:revision>
  <dcterms:created xsi:type="dcterms:W3CDTF">2026-07-10T05:45:47Z</dcterms:created>
  <dcterms:modified xsi:type="dcterms:W3CDTF">2026-07-10T05:45:47Z</dcterms:modified>
</cp:coreProperties>
</file>